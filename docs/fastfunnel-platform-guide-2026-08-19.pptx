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FastFunnel</a:t>
            </a:r>
            <a:br/>
            <a:r>
              <a:t>Platform Guide</a:t>
            </a:r>
          </a:p>
          <a:p>
            <a:pPr>
              <a:defRPr sz="1800">
                <a:solidFill>
                  <a:srgbClr val="F97316"/>
                </a:solidFill>
              </a:defRPr>
            </a:pPr>
            <a:r>
              <a:t>2026-08-19  •  https://funnel.fastsme.com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FastFunnel is an Apache-2.0, FastHTML-based autonomous marketing cockpit. It is designed to create, review, distribute, measure, and improve marketing work while keeping publishing and spend inside explicit company guardrails.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demand with an agency that knows its guardrails.</a:t>
            </a:r>
          </a:p>
        </p:txBody>
      </p:sp>
      <p:pic>
        <p:nvPicPr>
          <p:cNvPr id="3" name="Picture 2" descr="01-build-demand-with-an-agency-that-knows-its-guard.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AUTONOMOUS MARKETING Build demand with an agency that knows its guardrails. Plan, create, review, schedule, distribute, and measure marketing work through a bounded autonomous agency. Sign In or Register Explore the open-source suite → Product tour · see the w</a:t>
            </a:r>
          </a:p>
          <a:p>
            <a:pPr>
              <a:defRPr sz="900">
                <a:solidFill>
                  <a:srgbClr val="F97316"/>
                </a:solidFill>
              </a:defRPr>
            </a:pPr>
            <a:r>
              <a:t>https://funnel.fastsme.com/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FastFunnel API.</a:t>
            </a:r>
          </a:p>
        </p:txBody>
      </p:sp>
      <p:pic>
        <p:nvPicPr>
          <p:cNvPr id="3" name="Picture 2" descr="02-build-with-the-fastfunnel-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FastFunnel Developers Back to product DEVELOPER PLATFORM · API V1 Build with the FastFunnel API. Read the live demo database through a typed, versioned API. Selected integration writes are implemented behind bearer-token authentication. Open Swagger UI Open Re</a:t>
            </a:r>
          </a:p>
          <a:p>
            <a:pPr>
              <a:defRPr sz="900">
                <a:solidFill>
                  <a:srgbClr val="F97316"/>
                </a:solidFill>
              </a:defRPr>
            </a:pPr>
            <a:r>
              <a:t>https://funnel.fastsme.com/developers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2031359774%3A1787122753098893&amp;access_type=online&amp;client_id=887059023987-2a7spj1m82eivobdbt1itb3cqca6tpt1.apps.googleusercontent.com&amp;o2v=2&amp;prompt=select_account&amp;redirect_uri=https%3A%2F%2Ffunnel.fastsme.com%2Fauth%2Fgoogle%2Fcallback&amp;response_type=code&amp;scope=openid+email+profile&amp;service=lso&amp;state=2jloWGMj7WcLhEc__aFczeGZU0sQanf_o0eYcYl7kiw&amp;flowName=GeneralOAuthLite&amp;continue=https%3A%2F%2Faccounts.google.com%2Fsignin%2Foauth%2Flegacy%2Fconsent%3Fauthuser%3Dunknown%26part%3DAJi8hANG98G-LbWsJJ3lsNrz6LvdH3zeNXjIJKFIRrrVSfWYSW3kzz8K0n1aj3FVWoXJx0hN9XTHhFdbK3SVODB297hPPyyduIoxf-TFsNmW95p26TNrsWPGh7hvSySH46c7FSeQ_b8kZ_uXmLWYMLebP-EBzA_C9WK_KNd3XCO9eII87Fs_PiHP7cQAg2zyQkZZN3Oh5H8uB7iBhl36j1FsEYuOTKkDOpYtASPM4eF5B_SoUR3q9GH4XPPo7n4y4BNKGZbCcwDX2V-QDS9ja1rMJcMc9EthhRwuA1sQO_lVwEigKd1wAj_c_5fBWELGZqKHecSuTTYP8jEAiYAyr2eIV7p-34vjbLL2hCw_Pj5mNZL3oPe07qmS91VlzJMcuBHpmpWJMvBXnnHlQePU5NO1hI21TusIT8tsXH2VO90Q7z68rGxWB5rJ-CB4hMdEOtZnjq3NYW1pox01EipKUpF3ceOMKcfT4w%26flowName%3DGeneralOAuthFlow%26as%3DS2031359774%253A1787122753098893%26client_id%3D887059023987-2a7spj1m82eivobdbt1itb3cqca6tpt1.apps.googleusercontent.com%23&amp;app_domain=https%3A%2F%2Ffunnel.fastsme.com&amp;rart=ANgoxcdGIyKq7d68EYHOCXGDT10Ec2YygJwnrn81y4uHzT_wGYRq8krZaue0vtq1SITJnWiM9ktaQKdafBd6TXQlRAUHiISWSnx6ED1OLXzcSQYvA2Z2YR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